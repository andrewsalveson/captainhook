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936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95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365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85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820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861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65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690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922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263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548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6DA6C9-D162-491D-996D-B53FBB103D98}" type="datetimeFigureOut">
              <a:rPr lang="en-US" smtClean="0"/>
              <a:t>1/8/2017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7E722F-ADB2-426F-A039-DAD3259D3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136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1670100" y="1242369"/>
            <a:ext cx="1334399" cy="1334399"/>
          </a:xfrm>
          <a:prstGeom prst="rect">
            <a:avLst/>
          </a:prstGeom>
        </p:spPr>
      </p:pic>
      <p:pic>
        <p:nvPicPr>
          <p:cNvPr id="1026" name="Picture 2" descr="https://d30y9cdsu7xlg0.cloudfront.net/png/9414-20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67" y="29605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879493" y="458216"/>
            <a:ext cx="79370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smtClean="0">
                <a:latin typeface="Cambria" panose="02040503050406030204" pitchFamily="18" charset="0"/>
              </a:rPr>
              <a:t>Our Solution: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8778" y="1617180"/>
            <a:ext cx="86401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smtClean="0">
                <a:latin typeface="Cambria" panose="02040503050406030204" pitchFamily="18" charset="0"/>
              </a:rPr>
              <a:t>Main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5221" y="2595953"/>
            <a:ext cx="793709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Cambria" panose="02040503050406030204" pitchFamily="18" charset="0"/>
              </a:rPr>
              <a:t>Caphook.sh: </a:t>
            </a:r>
            <a:r>
              <a:rPr lang="en-US" sz="2000" dirty="0" smtClean="0">
                <a:latin typeface="Cambria" panose="02040503050406030204" pitchFamily="18" charset="0"/>
              </a:rPr>
              <a:t>Shell script; Installs Captain Hook and modifies settings</a:t>
            </a:r>
          </a:p>
          <a:p>
            <a:endParaRPr lang="en-US" sz="2000" dirty="0" smtClean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Pre-push: </a:t>
            </a:r>
            <a:r>
              <a:rPr lang="en-US" sz="2000" dirty="0" smtClean="0">
                <a:latin typeface="Cambria" panose="02040503050406030204" pitchFamily="18" charset="0"/>
              </a:rPr>
              <a:t>Tells </a:t>
            </a:r>
            <a:r>
              <a:rPr lang="en-US" sz="2000" dirty="0" err="1" smtClean="0">
                <a:latin typeface="Cambria" panose="02040503050406030204" pitchFamily="18" charset="0"/>
              </a:rPr>
              <a:t>git</a:t>
            </a:r>
            <a:r>
              <a:rPr lang="en-US" sz="2000" dirty="0" smtClean="0">
                <a:latin typeface="Cambria" panose="02040503050406030204" pitchFamily="18" charset="0"/>
              </a:rPr>
              <a:t> to run Handler.sh every time changes are pushed to the master repository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>
                <a:latin typeface="Cambria" panose="02040503050406030204" pitchFamily="18" charset="0"/>
              </a:rPr>
              <a:t>Map: </a:t>
            </a:r>
            <a:r>
              <a:rPr lang="en-US" sz="2000" dirty="0">
                <a:latin typeface="Cambria" panose="02040503050406030204" pitchFamily="18" charset="0"/>
              </a:rPr>
              <a:t>Tells </a:t>
            </a:r>
            <a:r>
              <a:rPr lang="en-US" sz="2000" dirty="0" smtClean="0">
                <a:latin typeface="Cambria" panose="02040503050406030204" pitchFamily="18" charset="0"/>
              </a:rPr>
              <a:t>Handler.sh </a:t>
            </a:r>
            <a:r>
              <a:rPr lang="en-US" sz="2000" dirty="0">
                <a:latin typeface="Cambria" panose="02040503050406030204" pitchFamily="18" charset="0"/>
              </a:rPr>
              <a:t>what script to run for each file extension</a:t>
            </a:r>
          </a:p>
          <a:p>
            <a:endParaRPr lang="en-US" sz="2000" b="1" dirty="0">
              <a:latin typeface="Cambria" panose="02040503050406030204" pitchFamily="18" charset="0"/>
            </a:endParaRPr>
          </a:p>
          <a:p>
            <a:r>
              <a:rPr lang="en-US" sz="2000" b="1" dirty="0" smtClean="0">
                <a:latin typeface="Cambria" panose="02040503050406030204" pitchFamily="18" charset="0"/>
              </a:rPr>
              <a:t>Handler.sh: </a:t>
            </a:r>
            <a:r>
              <a:rPr lang="en-US" sz="2000" dirty="0" smtClean="0">
                <a:latin typeface="Cambria" panose="02040503050406030204" pitchFamily="18" charset="0"/>
              </a:rPr>
              <a:t>Processes files when they are pushed to </a:t>
            </a:r>
            <a:r>
              <a:rPr lang="en-US" sz="2000" dirty="0" err="1" smtClean="0">
                <a:latin typeface="Cambria" panose="02040503050406030204" pitchFamily="18" charset="0"/>
              </a:rPr>
              <a:t>git</a:t>
            </a:r>
            <a:endParaRPr lang="en-US" sz="2000" dirty="0">
              <a:latin typeface="Cambria" panose="02040503050406030204" pitchFamily="18" charset="0"/>
            </a:endParaRPr>
          </a:p>
          <a:p>
            <a:endParaRPr lang="en-US" sz="2000" dirty="0" smtClean="0">
              <a:latin typeface="Cambria" panose="020405030504060302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09191" y="2505038"/>
            <a:ext cx="626332" cy="62633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3011868" y="3161598"/>
            <a:ext cx="626332" cy="6263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7653" y="4027956"/>
            <a:ext cx="626332" cy="6263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32641">
            <a:off x="2962299" y="4651268"/>
            <a:ext cx="626332" cy="62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622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54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</vt:lpstr>
      <vt:lpstr>Office Theme</vt:lpstr>
      <vt:lpstr>PowerPoint Presentation</vt:lpstr>
    </vt:vector>
  </TitlesOfParts>
  <Company>Integral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Dahlhausen</dc:creator>
  <cp:lastModifiedBy>Deckinga, Luc</cp:lastModifiedBy>
  <cp:revision>17</cp:revision>
  <dcterms:created xsi:type="dcterms:W3CDTF">2017-01-08T01:20:41Z</dcterms:created>
  <dcterms:modified xsi:type="dcterms:W3CDTF">2017-01-08T21:33:54Z</dcterms:modified>
</cp:coreProperties>
</file>