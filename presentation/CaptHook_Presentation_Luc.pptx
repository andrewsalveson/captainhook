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4" r:id="rId5"/>
    <p:sldId id="261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9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9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6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8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2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6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65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90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22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63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48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DA6C9-D162-491D-996D-B53FBB103D98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E722F-ADB2-426F-A039-DAD3259D3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3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ndrewsalveson/CaptainHook-service/" TargetMode="External"/><Relationship Id="rId4" Type="http://schemas.openxmlformats.org/officeDocument/2006/relationships/hyperlink" Target="https://github.com/andrewsalveson/CaptainHook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444271" y="3681005"/>
            <a:ext cx="626332" cy="626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5329" y="1317564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Capt.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947" y="3716123"/>
            <a:ext cx="79370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Cambria" panose="02040503050406030204" pitchFamily="18" charset="0"/>
              </a:rPr>
              <a:t>Andrew “</a:t>
            </a:r>
            <a:r>
              <a:rPr lang="en-US" sz="2400" b="1" dirty="0" err="1" smtClean="0">
                <a:latin typeface="Cambria" panose="02040503050406030204" pitchFamily="18" charset="0"/>
              </a:rPr>
              <a:t>Smee</a:t>
            </a:r>
            <a:r>
              <a:rPr lang="en-US" sz="2400" b="1" dirty="0" smtClean="0">
                <a:latin typeface="Cambria" panose="02040503050406030204" pitchFamily="18" charset="0"/>
              </a:rPr>
              <a:t>” </a:t>
            </a:r>
            <a:r>
              <a:rPr lang="en-US" sz="2400" b="1" dirty="0" err="1" smtClean="0">
                <a:latin typeface="Cambria" panose="02040503050406030204" pitchFamily="18" charset="0"/>
              </a:rPr>
              <a:t>Salveson</a:t>
            </a:r>
            <a:endParaRPr lang="en-US" sz="2400" b="1" dirty="0" smtClean="0">
              <a:latin typeface="Cambria" panose="02040503050406030204" pitchFamily="18" charset="0"/>
            </a:endParaRPr>
          </a:p>
          <a:p>
            <a:endParaRPr lang="en-US" sz="2400" b="1" dirty="0">
              <a:latin typeface="Cambria" panose="02040503050406030204" pitchFamily="18" charset="0"/>
            </a:endParaRPr>
          </a:p>
          <a:p>
            <a:r>
              <a:rPr lang="en-US" sz="2400" b="1" dirty="0" smtClean="0">
                <a:latin typeface="Cambria" panose="02040503050406030204" pitchFamily="18" charset="0"/>
              </a:rPr>
              <a:t>Matthew “</a:t>
            </a:r>
            <a:r>
              <a:rPr lang="en-US" sz="2400" b="1" smtClean="0">
                <a:latin typeface="Cambria" panose="02040503050406030204" pitchFamily="18" charset="0"/>
              </a:rPr>
              <a:t>Lost Boys” Dahlhausen</a:t>
            </a:r>
            <a:endParaRPr lang="en-US" sz="2400" b="1" dirty="0" smtClean="0">
              <a:latin typeface="Cambria" panose="02040503050406030204" pitchFamily="18" charset="0"/>
            </a:endParaRPr>
          </a:p>
          <a:p>
            <a:endParaRPr lang="en-US" sz="2400" b="1" dirty="0" smtClean="0">
              <a:latin typeface="Cambria" panose="02040503050406030204" pitchFamily="18" charset="0"/>
            </a:endParaRPr>
          </a:p>
          <a:p>
            <a:r>
              <a:rPr lang="en-US" sz="2400" b="1" dirty="0" smtClean="0">
                <a:latin typeface="Cambria" panose="02040503050406030204" pitchFamily="18" charset="0"/>
              </a:rPr>
              <a:t>Luc “Tinkerbell” </a:t>
            </a:r>
            <a:r>
              <a:rPr lang="en-US" sz="2400" b="1" dirty="0" err="1" smtClean="0">
                <a:latin typeface="Cambria" panose="02040503050406030204" pitchFamily="18" charset="0"/>
              </a:rPr>
              <a:t>Deckinga</a:t>
            </a:r>
            <a:endParaRPr lang="en-US" sz="2400" b="1" dirty="0">
              <a:latin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5329" y="2662251"/>
            <a:ext cx="962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latin typeface="Cambria" panose="02040503050406030204" pitchFamily="18" charset="0"/>
              </a:rPr>
              <a:t>A </a:t>
            </a:r>
            <a:r>
              <a:rPr lang="en-US" sz="2800" b="1" i="1" dirty="0" err="1" smtClean="0">
                <a:latin typeface="Cambria" panose="02040503050406030204" pitchFamily="18" charset="0"/>
              </a:rPr>
              <a:t>git</a:t>
            </a:r>
            <a:r>
              <a:rPr lang="en-US" sz="2800" b="1" i="1" dirty="0" smtClean="0">
                <a:latin typeface="Cambria" panose="02040503050406030204" pitchFamily="18" charset="0"/>
              </a:rPr>
              <a:t>-hook for meaningful file diffs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438917" y="4337568"/>
            <a:ext cx="626332" cy="6263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441594" y="4994128"/>
            <a:ext cx="626332" cy="6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6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The Problem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67" y="2787500"/>
            <a:ext cx="3390900" cy="40100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33792" y="1595136"/>
            <a:ext cx="626332" cy="6263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84468" y="1535558"/>
            <a:ext cx="79370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</a:rPr>
              <a:t>Versioning software and diffs were written for code, where seeing single line changes are easy to see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This isn’t helpful for block text changes (e.g. </a:t>
            </a:r>
            <a:r>
              <a:rPr lang="en-US" sz="2000" b="1" dirty="0" err="1" smtClean="0">
                <a:latin typeface="Cambria" panose="02040503050406030204" pitchFamily="18" charset="0"/>
              </a:rPr>
              <a:t>OpenStudio</a:t>
            </a:r>
            <a:r>
              <a:rPr lang="en-US" sz="2000" b="1" dirty="0" smtClean="0">
                <a:latin typeface="Cambria" panose="02040503050406030204" pitchFamily="18" charset="0"/>
              </a:rPr>
              <a:t> models) or non-text, graphical files (e.g. Grasshopper files)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28438" y="2251699"/>
            <a:ext cx="626332" cy="6263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84468" y="3753217"/>
            <a:ext cx="3323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</a:rPr>
              <a:t>&lt;- </a:t>
            </a:r>
            <a:r>
              <a:rPr lang="en-US" sz="2000" b="1" dirty="0" err="1" smtClean="0">
                <a:latin typeface="Cambria" panose="02040503050406030204" pitchFamily="18" charset="0"/>
              </a:rPr>
              <a:t>Github</a:t>
            </a:r>
            <a:r>
              <a:rPr lang="en-US" sz="2000" b="1" dirty="0" smtClean="0">
                <a:latin typeface="Cambria" panose="02040503050406030204" pitchFamily="18" charset="0"/>
              </a:rPr>
              <a:t> </a:t>
            </a:r>
            <a:r>
              <a:rPr lang="en-US" sz="2000" b="1" dirty="0" err="1" smtClean="0">
                <a:latin typeface="Cambria" panose="02040503050406030204" pitchFamily="18" charset="0"/>
              </a:rPr>
              <a:t>OpenStudio</a:t>
            </a:r>
            <a:r>
              <a:rPr lang="en-US" sz="2000" b="1" dirty="0" smtClean="0">
                <a:latin typeface="Cambria" panose="02040503050406030204" pitchFamily="18" charset="0"/>
              </a:rPr>
              <a:t> diff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err="1" smtClean="0">
                <a:latin typeface="Cambria" panose="02040503050406030204" pitchFamily="18" charset="0"/>
              </a:rPr>
              <a:t>Github</a:t>
            </a:r>
            <a:r>
              <a:rPr lang="en-US" sz="2000" b="1" dirty="0" smtClean="0">
                <a:latin typeface="Cambria" panose="02040503050406030204" pitchFamily="18" charset="0"/>
              </a:rPr>
              <a:t> </a:t>
            </a:r>
            <a:r>
              <a:rPr lang="en-US" sz="2000" b="1" dirty="0" err="1" smtClean="0">
                <a:latin typeface="Cambria" panose="02040503050406030204" pitchFamily="18" charset="0"/>
              </a:rPr>
              <a:t>Grassopper</a:t>
            </a:r>
            <a:r>
              <a:rPr lang="en-US" sz="2000" b="1" dirty="0" smtClean="0">
                <a:latin typeface="Cambria" panose="02040503050406030204" pitchFamily="18" charset="0"/>
              </a:rPr>
              <a:t> diff -&gt;</a:t>
            </a:r>
          </a:p>
        </p:txBody>
      </p:sp>
    </p:spTree>
    <p:extLst>
      <p:ext uri="{BB962C8B-B14F-4D97-AF65-F5344CB8AC3E}">
        <p14:creationId xmlns:p14="http://schemas.microsoft.com/office/powerpoint/2010/main" val="131030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Our Solution: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8779" y="1617180"/>
            <a:ext cx="7937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</a:rPr>
              <a:t>Take these meaningful diffs…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767" y="2561440"/>
            <a:ext cx="4495800" cy="4267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328" y="2229243"/>
            <a:ext cx="3751665" cy="459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4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Our Solution: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8779" y="1617180"/>
            <a:ext cx="7937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</a:rPr>
              <a:t>Take these meaningful diffs…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8889"/>
            <a:ext cx="12192000" cy="41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7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Our Solution: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8778" y="1617180"/>
            <a:ext cx="8640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</a:rPr>
              <a:t>Main files</a:t>
            </a:r>
            <a:endParaRPr lang="en-US" sz="3200" b="1" dirty="0" smtClean="0">
              <a:latin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65221" y="2595953"/>
            <a:ext cx="79370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</a:rPr>
              <a:t>Caphook.sh: </a:t>
            </a:r>
            <a:r>
              <a:rPr lang="en-US" sz="2000" dirty="0" smtClean="0">
                <a:latin typeface="Cambria" panose="02040503050406030204" pitchFamily="18" charset="0"/>
              </a:rPr>
              <a:t>Shell script; </a:t>
            </a:r>
            <a:r>
              <a:rPr lang="en-US" sz="2000" dirty="0" smtClean="0">
                <a:latin typeface="Cambria" panose="02040503050406030204" pitchFamily="18" charset="0"/>
              </a:rPr>
              <a:t>I</a:t>
            </a:r>
            <a:r>
              <a:rPr lang="en-US" sz="2000" dirty="0" smtClean="0">
                <a:latin typeface="Cambria" panose="02040503050406030204" pitchFamily="18" charset="0"/>
              </a:rPr>
              <a:t>nstalls Captain Hook and modifies settings</a:t>
            </a:r>
          </a:p>
          <a:p>
            <a:endParaRPr lang="en-US" sz="2000" dirty="0" smtClean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Pre-push: </a:t>
            </a:r>
            <a:r>
              <a:rPr lang="en-US" sz="2000" dirty="0" smtClean="0">
                <a:latin typeface="Cambria" panose="02040503050406030204" pitchFamily="18" charset="0"/>
              </a:rPr>
              <a:t>Tells </a:t>
            </a:r>
            <a:r>
              <a:rPr lang="en-US" sz="2000" dirty="0" err="1" smtClean="0">
                <a:latin typeface="Cambria" panose="02040503050406030204" pitchFamily="18" charset="0"/>
              </a:rPr>
              <a:t>git</a:t>
            </a:r>
            <a:r>
              <a:rPr lang="en-US" sz="2000" dirty="0" smtClean="0">
                <a:latin typeface="Cambria" panose="02040503050406030204" pitchFamily="18" charset="0"/>
              </a:rPr>
              <a:t> to run Handler.sh every time changes are pushed to the master repository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</a:rPr>
              <a:t>Map: </a:t>
            </a:r>
            <a:r>
              <a:rPr lang="en-US" sz="2000" dirty="0">
                <a:latin typeface="Cambria" panose="02040503050406030204" pitchFamily="18" charset="0"/>
              </a:rPr>
              <a:t>Tells </a:t>
            </a:r>
            <a:r>
              <a:rPr lang="en-US" sz="2000" dirty="0" smtClean="0">
                <a:latin typeface="Cambria" panose="02040503050406030204" pitchFamily="18" charset="0"/>
              </a:rPr>
              <a:t>Handler.sh </a:t>
            </a:r>
            <a:r>
              <a:rPr lang="en-US" sz="2000" dirty="0">
                <a:latin typeface="Cambria" panose="02040503050406030204" pitchFamily="18" charset="0"/>
              </a:rPr>
              <a:t>what script to run for each file extension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Handler.sh: </a:t>
            </a:r>
            <a:r>
              <a:rPr lang="en-US" sz="2000" dirty="0" smtClean="0">
                <a:latin typeface="Cambria" panose="02040503050406030204" pitchFamily="18" charset="0"/>
              </a:rPr>
              <a:t>Processes files when they are pushed to </a:t>
            </a:r>
            <a:r>
              <a:rPr lang="en-US" sz="2000" dirty="0" err="1" smtClean="0">
                <a:latin typeface="Cambria" panose="02040503050406030204" pitchFamily="18" charset="0"/>
              </a:rPr>
              <a:t>git</a:t>
            </a:r>
            <a:endParaRPr lang="en-US" sz="2000" dirty="0">
              <a:latin typeface="Cambria" panose="02040503050406030204" pitchFamily="18" charset="0"/>
            </a:endParaRPr>
          </a:p>
          <a:p>
            <a:endParaRPr lang="en-US" sz="2000" dirty="0" smtClean="0">
              <a:latin typeface="Cambria" panose="020405030504060302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09191" y="2505038"/>
            <a:ext cx="626332" cy="6263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1868" y="3161598"/>
            <a:ext cx="626332" cy="6263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7653" y="4027956"/>
            <a:ext cx="626332" cy="6263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2299" y="4651268"/>
            <a:ext cx="626332" cy="6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2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Tech Stack: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4545" y="1848475"/>
            <a:ext cx="626332" cy="626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65221" y="1883593"/>
            <a:ext cx="793709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Cambria" panose="02040503050406030204" pitchFamily="18" charset="0"/>
              </a:rPr>
              <a:t>OpenStudio</a:t>
            </a:r>
            <a:r>
              <a:rPr lang="en-US" sz="2000" b="1" dirty="0" smtClean="0">
                <a:latin typeface="Cambria" panose="02040503050406030204" pitchFamily="18" charset="0"/>
              </a:rPr>
              <a:t> + </a:t>
            </a:r>
            <a:r>
              <a:rPr lang="en-US" sz="2000" b="1" dirty="0" err="1" smtClean="0">
                <a:latin typeface="Cambria" panose="02040503050406030204" pitchFamily="18" charset="0"/>
              </a:rPr>
              <a:t>ReportModelChanges</a:t>
            </a:r>
            <a:r>
              <a:rPr lang="en-US" sz="2000" b="1" dirty="0" smtClean="0">
                <a:latin typeface="Cambria" panose="02040503050406030204" pitchFamily="18" charset="0"/>
              </a:rPr>
              <a:t> Measure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Grasshopper 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VVD </a:t>
            </a:r>
            <a:r>
              <a:rPr lang="en-US" sz="2000" b="1" i="1" dirty="0" smtClean="0">
                <a:latin typeface="Cambria" panose="02040503050406030204" pitchFamily="18" charset="0"/>
              </a:rPr>
              <a:t>(diff engine for grasshopper files from Thornton </a:t>
            </a:r>
            <a:r>
              <a:rPr lang="en-US" sz="2000" b="1" i="1" dirty="0" err="1" smtClean="0">
                <a:latin typeface="Cambria" panose="02040503050406030204" pitchFamily="18" charset="0"/>
              </a:rPr>
              <a:t>Tomasetti</a:t>
            </a:r>
            <a:r>
              <a:rPr lang="en-US" sz="2000" b="1" i="1" dirty="0" smtClean="0">
                <a:latin typeface="Cambria" panose="02040503050406030204" pitchFamily="18" charset="0"/>
              </a:rPr>
              <a:t> AEC Hackathon 2015)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Node.js + Docker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All code free/</a:t>
            </a:r>
            <a:r>
              <a:rPr lang="en-US" sz="2000" b="1" dirty="0" err="1" smtClean="0">
                <a:latin typeface="Cambria" panose="02040503050406030204" pitchFamily="18" charset="0"/>
              </a:rPr>
              <a:t>opensource</a:t>
            </a:r>
            <a:r>
              <a:rPr lang="en-US" sz="2000" b="1" dirty="0" smtClean="0">
                <a:latin typeface="Cambria" panose="02040503050406030204" pitchFamily="18" charset="0"/>
              </a:rPr>
              <a:t> (MIT License)</a:t>
            </a:r>
          </a:p>
          <a:p>
            <a:endParaRPr lang="en-US" sz="2000" b="1" dirty="0" smtClean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  <a:hlinkClick r:id="rId4"/>
              </a:rPr>
              <a:t>github.com/</a:t>
            </a:r>
            <a:r>
              <a:rPr lang="en-US" sz="2000" b="1" dirty="0" err="1" smtClean="0">
                <a:latin typeface="Cambria" panose="02040503050406030204" pitchFamily="18" charset="0"/>
                <a:hlinkClick r:id="rId4"/>
              </a:rPr>
              <a:t>andrewsalveson</a:t>
            </a:r>
            <a:r>
              <a:rPr lang="en-US" sz="2000" b="1" dirty="0" smtClean="0">
                <a:latin typeface="Cambria" panose="02040503050406030204" pitchFamily="18" charset="0"/>
                <a:hlinkClick r:id="rId4"/>
              </a:rPr>
              <a:t>/</a:t>
            </a:r>
            <a:r>
              <a:rPr lang="en-US" sz="2000" b="1" dirty="0" err="1" smtClean="0">
                <a:latin typeface="Cambria" panose="02040503050406030204" pitchFamily="18" charset="0"/>
                <a:hlinkClick r:id="rId4"/>
              </a:rPr>
              <a:t>CaptainHook</a:t>
            </a:r>
            <a:r>
              <a:rPr lang="en-US" sz="2000" b="1" dirty="0" smtClean="0">
                <a:latin typeface="Cambria" panose="02040503050406030204" pitchFamily="18" charset="0"/>
                <a:hlinkClick r:id="rId4"/>
              </a:rPr>
              <a:t>/</a:t>
            </a:r>
            <a:endParaRPr lang="en-US" sz="2000" b="1" dirty="0" smtClean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  <a:hlinkClick r:id="rId5"/>
              </a:rPr>
              <a:t>github.com/</a:t>
            </a:r>
            <a:r>
              <a:rPr lang="en-US" sz="2000" b="1" dirty="0" err="1" smtClean="0">
                <a:latin typeface="Cambria" panose="02040503050406030204" pitchFamily="18" charset="0"/>
                <a:hlinkClick r:id="rId5"/>
              </a:rPr>
              <a:t>andrewsalveson</a:t>
            </a:r>
            <a:r>
              <a:rPr lang="en-US" sz="2000" b="1" dirty="0" smtClean="0">
                <a:latin typeface="Cambria" panose="02040503050406030204" pitchFamily="18" charset="0"/>
                <a:hlinkClick r:id="rId5"/>
              </a:rPr>
              <a:t>/</a:t>
            </a:r>
            <a:r>
              <a:rPr lang="en-US" sz="2000" b="1" dirty="0" err="1" smtClean="0">
                <a:latin typeface="Cambria" panose="02040503050406030204" pitchFamily="18" charset="0"/>
                <a:hlinkClick r:id="rId5"/>
              </a:rPr>
              <a:t>CaptainHook</a:t>
            </a:r>
            <a:r>
              <a:rPr lang="en-US" sz="2000" b="1" dirty="0" smtClean="0">
                <a:latin typeface="Cambria" panose="02040503050406030204" pitchFamily="18" charset="0"/>
                <a:hlinkClick r:id="rId5"/>
              </a:rPr>
              <a:t>-service/</a:t>
            </a:r>
            <a:endParaRPr lang="en-US" sz="2000" b="1" dirty="0" smtClean="0"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09191" y="2505038"/>
            <a:ext cx="626332" cy="6263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1868" y="3161598"/>
            <a:ext cx="626332" cy="6263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7653" y="3886637"/>
            <a:ext cx="626332" cy="6263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2299" y="4543200"/>
            <a:ext cx="626332" cy="6263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4976" y="5199760"/>
            <a:ext cx="626332" cy="6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3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What We Learned: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4545" y="1848475"/>
            <a:ext cx="626332" cy="626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65221" y="1883593"/>
            <a:ext cx="793709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</a:rPr>
              <a:t>Just because you can run a ruby gem on your server doesn’t mean Node.js can find it - Andrew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Shell Scripting! – Luc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err="1" smtClean="0">
                <a:latin typeface="Cambria" panose="02040503050406030204" pitchFamily="18" charset="0"/>
              </a:rPr>
              <a:t>OpenStudio</a:t>
            </a:r>
            <a:r>
              <a:rPr lang="en-US" sz="2000" b="1" dirty="0" smtClean="0">
                <a:latin typeface="Cambria" panose="02040503050406030204" pitchFamily="18" charset="0"/>
              </a:rPr>
              <a:t> Command Line Interface and Node.js - Matt 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09191" y="2505038"/>
            <a:ext cx="626332" cy="6263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1868" y="3161598"/>
            <a:ext cx="626332" cy="6263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7653" y="3886637"/>
            <a:ext cx="626332" cy="6263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2299" y="4543200"/>
            <a:ext cx="626332" cy="6263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4976" y="5199760"/>
            <a:ext cx="626332" cy="6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50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1670100" y="1242369"/>
            <a:ext cx="1334399" cy="1334399"/>
          </a:xfrm>
          <a:prstGeom prst="rect">
            <a:avLst/>
          </a:prstGeom>
        </p:spPr>
      </p:pic>
      <p:pic>
        <p:nvPicPr>
          <p:cNvPr id="1026" name="Picture 2" descr="https://d30y9cdsu7xlg0.cloudfront.net/png/941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7" y="29605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79493" y="458216"/>
            <a:ext cx="7937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Cambria" panose="02040503050406030204" pitchFamily="18" charset="0"/>
              </a:rPr>
              <a:t>Next Steps: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4545" y="1848475"/>
            <a:ext cx="626332" cy="626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65221" y="1883593"/>
            <a:ext cx="79370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</a:rPr>
              <a:t>Enable as local service</a:t>
            </a:r>
          </a:p>
          <a:p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b="1" dirty="0" smtClean="0">
                <a:latin typeface="Cambria" panose="02040503050406030204" pitchFamily="18" charset="0"/>
              </a:rPr>
              <a:t>This can be extended to run more than diffs on files, e.g. run </a:t>
            </a:r>
            <a:r>
              <a:rPr lang="en-US" sz="2000" b="1" dirty="0" err="1" smtClean="0">
                <a:latin typeface="Cambria" panose="02040503050406030204" pitchFamily="18" charset="0"/>
              </a:rPr>
              <a:t>openstudio</a:t>
            </a:r>
            <a:r>
              <a:rPr lang="en-US" sz="2000" b="1" dirty="0">
                <a:latin typeface="Cambria" panose="02040503050406030204" pitchFamily="18" charset="0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</a:rPr>
              <a:t>models and report energy use differences</a:t>
            </a:r>
            <a:endParaRPr lang="en-US" sz="2000" b="1" dirty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  <a:p>
            <a:endParaRPr lang="en-US" sz="2000" b="1" dirty="0" smtClean="0">
              <a:latin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09191" y="2505038"/>
            <a:ext cx="626332" cy="6263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3011868" y="3161598"/>
            <a:ext cx="626332" cy="6263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7653" y="3886637"/>
            <a:ext cx="626332" cy="6263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2299" y="4543200"/>
            <a:ext cx="626332" cy="6263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2641">
            <a:off x="2964976" y="5199760"/>
            <a:ext cx="626332" cy="6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89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248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Integral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Dahlhausen</dc:creator>
  <cp:lastModifiedBy>Deckinga, Luc</cp:lastModifiedBy>
  <cp:revision>16</cp:revision>
  <dcterms:created xsi:type="dcterms:W3CDTF">2017-01-08T01:20:41Z</dcterms:created>
  <dcterms:modified xsi:type="dcterms:W3CDTF">2017-01-08T21:28:39Z</dcterms:modified>
</cp:coreProperties>
</file>